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Cyber Security Internship</a:t>
            </a:r>
          </a:p>
          <a:p>
            <a:r>
              <a:t>Presented by Nishant Verma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Types of Phishing</a:t>
            </a:r>
          </a:p>
          <a:p>
            <a:r>
              <a:t>Examples</a:t>
            </a:r>
          </a:p>
          <a:p>
            <a:r>
              <a:t>Prevention</a:t>
            </a:r>
          </a:p>
          <a:p>
            <a:r>
              <a:t>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cyber attack where attackers impersonate trusted entities to steal sensitive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Phishing is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loss</a:t>
            </a:r>
          </a:p>
          <a:p>
            <a:r>
              <a:t>Identity theft</a:t>
            </a:r>
          </a:p>
          <a:p>
            <a:r>
              <a:t>Account compromise</a:t>
            </a:r>
          </a:p>
          <a:p>
            <a:r>
              <a:t>Data breaches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Phishing</a:t>
            </a:r>
          </a:p>
          <a:p>
            <a:r>
              <a:t>Smishing (SMS)</a:t>
            </a:r>
          </a:p>
          <a:p>
            <a:r>
              <a:t>Vishing (Voice)</a:t>
            </a:r>
          </a:p>
          <a:p>
            <a:r>
              <a:t>Spear Phishing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emails designed to trick users into clicking malicious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SMS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Fraudulent text messages pretending to be from banks or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Spear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phishing attacks aimed at specific individuals or organizations.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Fake Website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create websites that look identical to legitimate sites.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sender address</a:t>
            </a:r>
          </a:p>
          <a:p>
            <a:r>
              <a:t>Look for spelling mistakes</a:t>
            </a:r>
          </a:p>
          <a:p>
            <a:r>
              <a:t>Avoid urgent requests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exploit trust, fear, urgency, and curiosity.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MFA</a:t>
            </a:r>
          </a:p>
          <a:p>
            <a:r>
              <a:t>Verify URLs</a:t>
            </a:r>
          </a:p>
          <a:p>
            <a:r>
              <a:t>Never share passwords</a:t>
            </a:r>
          </a:p>
          <a:p>
            <a:r>
              <a:t>Keep software updated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of a phishing attack leading to account compromise.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Should you trust unknown links?</a:t>
            </a:r>
          </a:p>
          <a:p>
            <a:r>
              <a:t>Answer: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